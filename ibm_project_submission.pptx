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2ADC2B-549D-4098-9E9C-F01B9329BCFE}" v="10" dt="2026-09-10T08:08:46.23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gopal1892003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424121300"/>
              </p:ext>
            </p:extLst>
          </p:nvPr>
        </p:nvGraphicFramePr>
        <p:xfrm>
          <a:off x="1299257" y="2600315"/>
          <a:ext cx="9192597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8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 Gopal Krishna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hlinkClick r:id="rId3"/>
                        </a:rPr>
                        <a:t>gopal1892003@gmail.com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      7061990014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 Project – </a:t>
            </a:r>
            <a:r>
              <a:rPr lang="en-US" sz="2800" b="1" dirty="0">
                <a:highlight>
                  <a:srgbClr val="FFFF00"/>
                </a:highlight>
              </a:rPr>
              <a:t>Healthcare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Nutrition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853BA-A86B-7793-457C-1D5774B47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883" y="3588461"/>
            <a:ext cx="906985" cy="117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2060349"/>
            <a:ext cx="103180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IN" sz="2000" dirty="0"/>
              <a:t>The Challenge - In an era where health awareness is growing, individuals increasingly seek personalized nutrition guidance. However, most existing tools provide generic diet plans, lack real-time adaptability, and fail to consider a person's holistic lifestyle, cultural preferences, allergies, and evolving health conditions. Furthermore, dieticians and nutritionists face limitations in scaling personalized consultations due to time and resource constraints. Generative AI presents a groundbreaking opportunity to revolutionize this space by enabling an intelligent, interactive, and adaptive virtual nutrition assistant. By leveraging natural language processing (NLP), multimodal understanding, and large-scale dietary databases, an AI-powered assistant can generate dynamic meal plans, recommend smart food swaps, and explain nutritional choices—all tailored to the individual.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52376" y="949894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– Nutrition Agent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sz="1200" b="1" dirty="0"/>
          </a:p>
          <a:p>
            <a:r>
              <a:rPr lang="en-US" b="1" dirty="0"/>
              <a:t>Proposed Solution: AI-Powered Nutrition Agent</a:t>
            </a:r>
          </a:p>
          <a:p>
            <a:r>
              <a:rPr lang="en-US" dirty="0"/>
              <a:t>The proposed solution is a </a:t>
            </a:r>
            <a:r>
              <a:rPr lang="en-US" b="1" dirty="0"/>
              <a:t>multi-agent AI-powered Nutrition Agent</a:t>
            </a:r>
            <a:r>
              <a:rPr lang="en-US" dirty="0"/>
              <a:t> built using </a:t>
            </a:r>
            <a:r>
              <a:rPr lang="en-US" b="1" dirty="0"/>
              <a:t>IBM Bob, IBM watsonx.ai, and Granite Models</a:t>
            </a:r>
            <a:r>
              <a:rPr lang="en-US" dirty="0"/>
              <a:t> to provide personalized, real-time dietary guidance. The system addresses challenges in diet planning, nutrition tracking, and preventive healthcare through an intelligent, modular architecture.</a:t>
            </a:r>
          </a:p>
          <a:p>
            <a:r>
              <a:rPr lang="en-US" dirty="0"/>
              <a:t>At its core, the solution uses a </a:t>
            </a:r>
            <a:r>
              <a:rPr lang="en-US" b="1" dirty="0"/>
              <a:t>Retrieval-Augmented Generation (RAG)</a:t>
            </a:r>
            <a:r>
              <a:rPr lang="en-US" dirty="0"/>
              <a:t> pipeline to fetch accurate nutritional data from trusted sources such as USDA and WHO datasets. This data is embedded and stored in a vector database, enabling the system to retrieve and summarize food nutrition details (calories, macros, vitamins) using Granite models.</a:t>
            </a:r>
          </a:p>
          <a:p>
            <a:r>
              <a:rPr lang="en-US" dirty="0"/>
              <a:t>The system consists of four key agents:</a:t>
            </a:r>
          </a:p>
          <a:p>
            <a:r>
              <a:rPr lang="en-US" b="1" dirty="0"/>
              <a:t>Nutrition Knowledge Agent</a:t>
            </a:r>
            <a:r>
              <a:rPr lang="en-US" dirty="0"/>
              <a:t> retrieves and summarizes nutritional information using RAG. </a:t>
            </a:r>
          </a:p>
          <a:p>
            <a:r>
              <a:rPr lang="en-US" b="1" dirty="0"/>
              <a:t>Diet Recommendation Agent</a:t>
            </a:r>
            <a:r>
              <a:rPr lang="en-US" dirty="0"/>
              <a:t> generates personalized meal plans based on user inputs such as age, health conditions, dietary preferences, and fitness goals. </a:t>
            </a:r>
          </a:p>
          <a:p>
            <a:r>
              <a:rPr lang="en-US" b="1" dirty="0"/>
              <a:t>Health Advisory Agent</a:t>
            </a:r>
            <a:r>
              <a:rPr lang="en-US" dirty="0"/>
              <a:t> provides preventive health suggestions, including disease-specific diets (e.g., diabetes-friendly or heart-healthy plans). </a:t>
            </a:r>
          </a:p>
          <a:p>
            <a:r>
              <a:rPr lang="en-US" b="1" dirty="0"/>
              <a:t>Food Log &amp; Feedback Agent</a:t>
            </a:r>
            <a:r>
              <a:rPr lang="en-US" dirty="0"/>
              <a:t> allows users to log meals via text, voice, or images and delivers instant nutritional analysis with actionable feedback. </a:t>
            </a:r>
          </a:p>
          <a:p>
            <a:r>
              <a:rPr lang="en-US" dirty="0"/>
              <a:t>The solution includes a </a:t>
            </a:r>
            <a:r>
              <a:rPr lang="en-US" b="1" dirty="0"/>
              <a:t>user-friendly dashboard</a:t>
            </a:r>
            <a:r>
              <a:rPr lang="en-US" dirty="0"/>
              <a:t> (built with </a:t>
            </a:r>
            <a:r>
              <a:rPr lang="en-US" dirty="0" err="1"/>
              <a:t>Streamlit</a:t>
            </a:r>
            <a:r>
              <a:rPr lang="en-US" dirty="0"/>
              <a:t> or React) that visualizes daily and weekly nutrient intake, highlights deficiencies, and tracks progress toward health goals.</a:t>
            </a:r>
          </a:p>
          <a:p>
            <a:r>
              <a:rPr lang="en-US" dirty="0"/>
              <a:t>IBM Bob is used to orchestrate agent workflows, while watsonx.ai ensures scalable model deployment, embeddings, and AI governance. Granite models power reasoning, summarization, and personalization.</a:t>
            </a:r>
          </a:p>
          <a:p>
            <a:r>
              <a:rPr lang="en-US" dirty="0"/>
              <a:t>Overall, this solution delivers an </a:t>
            </a:r>
            <a:r>
              <a:rPr lang="en-US" b="1" dirty="0"/>
              <a:t>end-to-end intelligent nutrition assistant</a:t>
            </a:r>
            <a:r>
              <a:rPr lang="en-US" dirty="0"/>
              <a:t> that promotes healthier lifestyles through personalized insights, real-time feedback, and preventive healthcare recommendations.</a:t>
            </a:r>
          </a:p>
          <a:p>
            <a:pPr fontAlgn="base"/>
            <a:endParaRPr lang="en-US" dirty="0"/>
          </a:p>
          <a:p>
            <a:endParaRPr lang="en-IN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to </a:t>
            </a:r>
            <a:r>
              <a:rPr lang="en-US" sz="1800" b="1" dirty="0"/>
              <a:t>fetch real data first, then generate intelligent answers</a:t>
            </a:r>
            <a:r>
              <a:rPr lang="en-US" sz="1800" dirty="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</a:t>
            </a:r>
            <a:r>
              <a:rPr lang="en-IN" sz="1800" dirty="0"/>
              <a:t>(FAISS/Chroma) – For RAG-based nutritional data retrieval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32F3F-EEF3-260F-52BA-623707750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80" y="863187"/>
            <a:ext cx="10028385" cy="533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E77B4-704A-3A83-DF19-A19BAD53F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24" y="862241"/>
            <a:ext cx="10051752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3A290A-6680-D490-E6D4-9336496B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35" y="400546"/>
            <a:ext cx="11145396" cy="57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7535D-EBF5-41DE-E93B-760133BF9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1053082"/>
            <a:ext cx="10550792" cy="427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797593" y="583959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797593" y="1580448"/>
            <a:ext cx="105968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Role of Agentic AI in Nutrition Agent</a:t>
            </a:r>
          </a:p>
          <a:p>
            <a:r>
              <a:rPr lang="en-US" sz="2000" b="1" dirty="0"/>
              <a:t>Agentic AI</a:t>
            </a:r>
            <a:r>
              <a:rPr lang="en-US" sz="2000" dirty="0"/>
              <a:t> enables the Nutrition Agent to function as an intelligent, autonomous system rather than a simple chatbot. Using </a:t>
            </a:r>
            <a:r>
              <a:rPr lang="en-US" sz="2000" b="1" dirty="0"/>
              <a:t>IBM watsonx.ai</a:t>
            </a:r>
            <a:r>
              <a:rPr lang="en-US" sz="2000" dirty="0"/>
              <a:t> and </a:t>
            </a:r>
            <a:r>
              <a:rPr lang="en-US" sz="2000" b="1" dirty="0"/>
              <a:t>IBM Granite models</a:t>
            </a:r>
            <a:r>
              <a:rPr lang="en-US" sz="2000" dirty="0"/>
              <a:t>, it coordinates multiple specialized agents to deliver personalized nutrition guidance.</a:t>
            </a:r>
          </a:p>
          <a:p>
            <a:r>
              <a:rPr lang="en-US" sz="2000" dirty="0"/>
              <a:t>Each agent performs a specific role—such as retrieving nutritional data, generating diet plans, providing health advice, and analyzing food logs—while working collaboratively. This </a:t>
            </a:r>
            <a:r>
              <a:rPr lang="en-US" sz="2000" b="1" dirty="0"/>
              <a:t>multi-agent approach</a:t>
            </a:r>
            <a:r>
              <a:rPr lang="en-US" sz="2000" dirty="0"/>
              <a:t> ensures efficient task execution and accurate results.</a:t>
            </a:r>
          </a:p>
          <a:p>
            <a:r>
              <a:rPr lang="en-US" sz="2000" dirty="0"/>
              <a:t>Agentic AI also brings </a:t>
            </a:r>
            <a:r>
              <a:rPr lang="en-US" sz="2000" b="1" dirty="0"/>
              <a:t>context awareness</a:t>
            </a:r>
            <a:r>
              <a:rPr lang="en-US" sz="2000" dirty="0"/>
              <a:t>, understanding user details like age, health conditions, and fitness goals to generate tailored recommendations. It supports </a:t>
            </a:r>
            <a:r>
              <a:rPr lang="en-US" sz="2000" b="1" dirty="0"/>
              <a:t>real-time adaptation</a:t>
            </a:r>
            <a:r>
              <a:rPr lang="en-US" sz="2000" dirty="0"/>
              <a:t>, continuously updating suggestions based on user inputs like daily meals.</a:t>
            </a:r>
          </a:p>
          <a:p>
            <a:r>
              <a:rPr lang="en-US" sz="2000" dirty="0"/>
              <a:t>Additionally, agents communicate with each other, enabling better decision-making and improved outcomes.</a:t>
            </a:r>
          </a:p>
          <a:p>
            <a:r>
              <a:rPr lang="en-US" sz="2000" dirty="0"/>
              <a:t>Overall, Agentic AI makes the system proactive, personalized, and goal-driven, acting like a </a:t>
            </a:r>
            <a:r>
              <a:rPr lang="en-US" sz="2000" b="1" dirty="0"/>
              <a:t>smart digital nutritionist</a:t>
            </a:r>
            <a:r>
              <a:rPr lang="en-US" sz="2000" dirty="0"/>
              <a:t> that helps users maintain a healthy lifestyle.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F0D557-6AE9-8875-8192-9A97E4D3D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817" y="1454822"/>
            <a:ext cx="6258365" cy="416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0EE8C-8F89-5938-483F-00452050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885593"/>
            <a:ext cx="11163874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B9DE6-C4BB-B81B-528A-B8789445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49" y="1004536"/>
            <a:ext cx="10493347" cy="528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C1B5E-405A-0E58-2397-353A88D82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93" y="800029"/>
            <a:ext cx="10583014" cy="594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Novelty and Uniqueness</a:t>
            </a:r>
            <a:endParaRPr lang="en-IN" sz="2800" b="1" u="sng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718286"/>
            <a:ext cx="1020539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u="sng" dirty="0"/>
              <a:t>Cultural Palate Integration:</a:t>
            </a:r>
            <a:br>
              <a:rPr lang="en-IN" sz="2400" b="1" u="sng" dirty="0"/>
            </a:br>
            <a:endParaRPr lang="en-IN" sz="2400" b="1" u="sng" dirty="0"/>
          </a:p>
          <a:p>
            <a:r>
              <a:rPr lang="en-IN" sz="2400" dirty="0"/>
              <a:t>Unlike Western-centric apps, our agent adapts recipes specifically to local culinary traditions (e.g., South Asian and regional cuisines) without breaking dietary goals.</a:t>
            </a:r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u="sng" dirty="0"/>
              <a:t>Strict Safety Guardrails:</a:t>
            </a:r>
          </a:p>
          <a:p>
            <a:endParaRPr lang="en-IN" sz="2400" b="1" dirty="0"/>
          </a:p>
          <a:p>
            <a:r>
              <a:rPr lang="en-IN" sz="2400" dirty="0"/>
              <a:t>Built-in conditional safety checks block unauthorized medical diagnoses while ensuring absolute adherence to severe user food allergies.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u="sng" dirty="0">
                <a:sym typeface="Times New Roman"/>
              </a:rPr>
              <a:t>Git Hub Link</a:t>
            </a:r>
            <a:endParaRPr sz="2800" b="1" u="sng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B5F4C7-921B-A555-7822-D61080EE2224}"/>
              </a:ext>
            </a:extLst>
          </p:cNvPr>
          <p:cNvSpPr txBox="1"/>
          <p:nvPr/>
        </p:nvSpPr>
        <p:spPr>
          <a:xfrm>
            <a:off x="1218724" y="1416279"/>
            <a:ext cx="6666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https://github.com/gopalkrishna245/IBM-University-Engagement-Project-Submission.git</a:t>
            </a: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u="sng" dirty="0">
                <a:sym typeface="Times New Roman"/>
              </a:rPr>
              <a:t>Future Scope </a:t>
            </a:r>
            <a:endParaRPr sz="2800" b="1" u="sng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604739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 dirty="0"/>
              <a:t>Cultural Palate Integration:</a:t>
            </a:r>
            <a:br>
              <a:rPr lang="en-IN" sz="2000" b="1" dirty="0"/>
            </a:br>
            <a:endParaRPr lang="en-IN" sz="2000" b="1" dirty="0"/>
          </a:p>
          <a:p>
            <a:r>
              <a:rPr lang="en-IN" sz="2000" dirty="0"/>
              <a:t>Unlike Western-centric apps, our agent adapts recipes specifically to local culinary traditions (e.g., South Asian and regional cuisines) without breaking dietary goals.</a:t>
            </a:r>
          </a:p>
          <a:p>
            <a:br>
              <a:rPr lang="en-IN" sz="2000" dirty="0"/>
            </a:br>
            <a:r>
              <a:rPr lang="en-IN" sz="2000" b="1" dirty="0"/>
              <a:t>Strict Safety Guardrails:</a:t>
            </a:r>
          </a:p>
          <a:p>
            <a:endParaRPr lang="en-IN" sz="2000" b="1" dirty="0"/>
          </a:p>
          <a:p>
            <a:r>
              <a:rPr lang="en-IN" sz="2000" dirty="0"/>
              <a:t>Built-in conditional safety checks block unauthorized medical diagnoses while ensuring absolute adherence to severe user food allergies.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2C159-9628-64BD-3BC4-6016A11A4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19" y="1261041"/>
            <a:ext cx="9085007" cy="559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F0980E-6F76-027A-82C6-9B9A9779F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644" y="1200580"/>
            <a:ext cx="9038103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1053</Words>
  <Application>Microsoft Office PowerPoint</Application>
  <PresentationFormat>Widescreen</PresentationFormat>
  <Paragraphs>104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Gopal Krishna</cp:lastModifiedBy>
  <cp:revision>5</cp:revision>
  <dcterms:created xsi:type="dcterms:W3CDTF">2025-07-08T05:06:56Z</dcterms:created>
  <dcterms:modified xsi:type="dcterms:W3CDTF">2026-09-10T08:09:55Z</dcterms:modified>
</cp:coreProperties>
</file>